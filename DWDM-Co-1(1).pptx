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3" r:id="rId3"/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8E6C279B-08AD-4170-A5E6-29C74D501E0A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7BA39D-3B79-42FA-8303-2153FF3440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831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6C279B-08AD-4170-A5E6-29C74D501E0A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7BA39D-3B79-42FA-8303-2153FF3440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611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E6C279B-08AD-4170-A5E6-29C74D501E0A}" type="datetimeFigureOut">
              <a:rPr lang="en-IN" smtClean="0"/>
              <a:t>30-07-2026</a:t>
            </a:fld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A7BA39D-3B79-42FA-8303-2153FF3440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4523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C279B-08AD-4170-A5E6-29C74D501E0A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BA39D-3B79-42FA-8303-2153FF3440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937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6C279B-08AD-4170-A5E6-29C74D501E0A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7BA39D-3B79-42FA-8303-2153FF3440B1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294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6C279B-08AD-4170-A5E6-29C74D501E0A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7BA39D-3B79-42FA-8303-2153FF3440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91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6C279B-08AD-4170-A5E6-29C74D501E0A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7BA39D-3B79-42FA-8303-2153FF3440B1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3096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6C279B-08AD-4170-A5E6-29C74D501E0A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7BA39D-3B79-42FA-8303-2153FF3440B1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3895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6C279B-08AD-4170-A5E6-29C74D501E0A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7BA39D-3B79-42FA-8303-2153FF3440B1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0798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6C279B-08AD-4170-A5E6-29C74D501E0A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7BA39D-3B79-42FA-8303-2153FF3440B1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8928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8E6C279B-08AD-4170-A5E6-29C74D501E0A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A7BA39D-3B79-42FA-8303-2153FF3440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750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8E6C279B-08AD-4170-A5E6-29C74D501E0A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DA7BA39D-3B79-42FA-8303-2153FF3440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6911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8E6C279B-08AD-4170-A5E6-29C74D501E0A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DA7BA39D-3B79-42FA-8303-2153FF3440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8587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8E6C279B-08AD-4170-A5E6-29C74D501E0A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DA7BA39D-3B79-42FA-8303-2153FF3440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7250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8E6C279B-08AD-4170-A5E6-29C74D501E0A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DA7BA39D-3B79-42FA-8303-2153FF3440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0078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6C279B-08AD-4170-A5E6-29C74D501E0A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7BA39D-3B79-42FA-8303-2153FF3440B1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37370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6C279B-08AD-4170-A5E6-29C74D501E0A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7BA39D-3B79-42FA-8303-2153FF3440B1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09941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8E6C279B-08AD-4170-A5E6-29C74D501E0A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7BA39D-3B79-42FA-8303-2153FF3440B1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159198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6C279B-08AD-4170-A5E6-29C74D501E0A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7BA39D-3B79-42FA-8303-2153FF3440B1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74863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6C279B-08AD-4170-A5E6-29C74D501E0A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7BA39D-3B79-42FA-8303-2153FF3440B1}" type="slidenum">
              <a:rPr lang="en-IN" smtClean="0"/>
              <a:t>‹#›</a:t>
            </a:fld>
            <a:endParaRPr lang="en-IN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15094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6C279B-08AD-4170-A5E6-29C74D501E0A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7BA39D-3B79-42FA-8303-2153FF3440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737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6C279B-08AD-4170-A5E6-29C74D501E0A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7BA39D-3B79-42FA-8303-2153FF3440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8186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6C279B-08AD-4170-A5E6-29C74D501E0A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7BA39D-3B79-42FA-8303-2153FF3440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10090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6C279B-08AD-4170-A5E6-29C74D501E0A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7BA39D-3B79-42FA-8303-2153FF3440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7862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6C279B-08AD-4170-A5E6-29C74D501E0A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7BA39D-3B79-42FA-8303-2153FF3440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8428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6C279B-08AD-4170-A5E6-29C74D501E0A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7BA39D-3B79-42FA-8303-2153FF3440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94019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6C279B-08AD-4170-A5E6-29C74D501E0A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7BA39D-3B79-42FA-8303-2153FF3440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70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AE3FC-30A8-905C-93BE-B6D1A19C1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8C5818-505D-37AF-AF5B-55A2729B10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AE3EC-F956-A534-2ACB-7A236CC1B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C279B-08AD-4170-A5E6-29C74D501E0A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DB524-685F-DF62-5843-B8C9E958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C666F-C5C6-AA01-1B4A-1834B09AF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BA39D-3B79-42FA-8303-2153FF3440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4272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2D90E-8BD2-BD0A-B245-B3335E253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4EAB7-25E6-7F6E-B02D-DF267B690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79BF7-7522-5539-890B-070FB210A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C279B-08AD-4170-A5E6-29C74D501E0A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52B77-E768-A476-9077-F36D653E2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F82A7-EBAA-9109-7F70-54D696EB8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BA39D-3B79-42FA-8303-2153FF3440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8745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8E6C279B-08AD-4170-A5E6-29C74D501E0A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DA7BA39D-3B79-42FA-8303-2153FF3440B1}" type="slidenum">
              <a:rPr lang="en-IN" smtClean="0"/>
              <a:t>‹#›</a:t>
            </a:fld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373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3A7C87-A0A0-C3D6-C8A9-4814FB45A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445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799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DC2FA-EC9A-2800-1EBF-2F53B54270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45F94C-2B66-6980-5A8E-3C6577858B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8FA858-1542-82D3-2A11-E6DA1FB70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15" y="161469"/>
            <a:ext cx="11906865" cy="653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200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A365F-B9D0-F46C-65E2-55E7D4331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6516" y="123051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Raw Data to Business Intelligence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FE08FA-589A-C23E-2B51-94586A819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05368" y="4654090"/>
            <a:ext cx="4326194" cy="1655762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Bhavani Shanker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Bhale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CSA1603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690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AB596-2B70-247A-2244-60BE2ABE6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 Data Warehouse?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9181E-3236-1BF8-A213-9C1D0DB8D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81" y="2248282"/>
            <a:ext cx="6378677" cy="4114801"/>
          </a:xfrm>
        </p:spPr>
        <p:txBody>
          <a:bodyPr>
            <a:normAutofit fontScale="85000" lnSpcReduction="10000"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repository that stores business data.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Collects data from multiple sources.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Organizes data for easy analysis.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reporting and decision-making.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business performance and planning.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DE40AB-C3A0-BCB1-BCF1-9C4C39103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9458" y="2061468"/>
            <a:ext cx="5211097" cy="411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498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29309-F302-7AA7-C8BC-D6112BF49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9414"/>
            <a:ext cx="9144000" cy="1330786"/>
          </a:xfrm>
        </p:spPr>
        <p:txBody>
          <a:bodyPr>
            <a:normAutofit fontScale="90000"/>
          </a:bodyPr>
          <a:lstStyle/>
          <a:p>
            <a:r>
              <a:rPr lang="en-IN" dirty="0"/>
              <a:t>How Data Warehouse 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404E6A-7098-E8BC-15E1-FC204E3330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4297" y="1855839"/>
            <a:ext cx="9144000" cy="4653116"/>
          </a:xfrm>
        </p:spPr>
        <p:txBody>
          <a:bodyPr>
            <a:noAutofit/>
          </a:bodyPr>
          <a:lstStyle/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/>
              <a:t>Working Process (ETL)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/>
              <a:t>Extract</a:t>
            </a:r>
            <a:r>
              <a:rPr lang="en-IN" sz="2800" dirty="0"/>
              <a:t> – Collect data from different sources. 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/>
              <a:t>Transform</a:t>
            </a:r>
            <a:r>
              <a:rPr lang="en-IN" sz="2800" dirty="0"/>
              <a:t> – Clean and organize the data. 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/>
              <a:t>Load</a:t>
            </a:r>
            <a:r>
              <a:rPr lang="en-IN" sz="2800" dirty="0"/>
              <a:t> – Store data in the warehouse. 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Generate reports and dashboards. 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Help managers make smart decisions. </a:t>
            </a:r>
          </a:p>
          <a:p>
            <a:pPr>
              <a:lnSpc>
                <a:spcPct val="150000"/>
              </a:lnSpc>
            </a:pP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6AFC1D-8440-7E0C-EF82-9BB318199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3458" y="2045110"/>
            <a:ext cx="4100052" cy="4543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781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7B105-C422-BDDB-B746-34CC9BB0F5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4168" y="471949"/>
            <a:ext cx="9144000" cy="894582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1B912E-55B7-506F-5C4B-B32ECCFA6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659" y="1965223"/>
            <a:ext cx="9144000" cy="4533900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Data Warehouse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Subject-Oriented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Organized by business topics.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Combines data from many systems.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Time-Variant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Stores historical information.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Non-Volatile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remains stable after loading.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accurate and consistent information.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D19B33-1D63-D577-D1E1-F0C6C8263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6477" y="2153263"/>
            <a:ext cx="4100051" cy="4533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511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02064-8294-5BA6-0487-C0F78FF9B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 World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65A9E-7164-2009-12EC-71ED07781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929" y="2158209"/>
            <a:ext cx="7096432" cy="4114801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recommends products to customers.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Banks detect fraud and analyse transactions.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Hospitals maintain patient history.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Universities monitor student performance.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Businesses predict future sales trends.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A228B3-E0B1-E1F5-771F-D5715F843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342" y="2298319"/>
            <a:ext cx="4382729" cy="383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992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C1633-A1F6-B9BD-401B-A945D49B6D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7354" y="589935"/>
            <a:ext cx="9144000" cy="845421"/>
          </a:xfrm>
        </p:spPr>
        <p:txBody>
          <a:bodyPr>
            <a:normAutofit fontScale="90000"/>
          </a:bodyPr>
          <a:lstStyle/>
          <a:p>
            <a:r>
              <a:rPr lang="en-IN" dirty="0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32898B-21A8-AB0C-F8B5-1C7F3BBEB5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309" y="1989548"/>
            <a:ext cx="6666272" cy="4411252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large volumes of organized data. </a:t>
            </a:r>
          </a:p>
          <a:p>
            <a:pPr marL="342900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ETL to prepare quality data. </a:t>
            </a:r>
          </a:p>
          <a:p>
            <a:pPr marL="342900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Business Intelligence (BI).</a:t>
            </a:r>
          </a:p>
          <a:p>
            <a:pPr marL="342900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faster and smarter decisions. </a:t>
            </a:r>
          </a:p>
          <a:p>
            <a:pPr marL="342900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"Data + Analysis = Business Success."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2D0041-F852-0284-4B4F-F990AB331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265" y="2182761"/>
            <a:ext cx="5132438" cy="4218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615057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18</TotalTime>
  <Words>204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Felix Titling</vt:lpstr>
      <vt:lpstr>Goudy Old Style</vt:lpstr>
      <vt:lpstr>Times New Roman</vt:lpstr>
      <vt:lpstr>Archway</vt:lpstr>
      <vt:lpstr>PowerPoint Presentation</vt:lpstr>
      <vt:lpstr>PowerPoint Presentation</vt:lpstr>
      <vt:lpstr>From Raw Data to Business Intelligence</vt:lpstr>
      <vt:lpstr>What is a Data Warehouse?</vt:lpstr>
      <vt:lpstr>How Data Warehouse Works</vt:lpstr>
      <vt:lpstr>Characteristics</vt:lpstr>
      <vt:lpstr>Real World Applications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BHALE DURGAPRASAD</dc:creator>
  <cp:lastModifiedBy>BHALE DURGAPRASAD</cp:lastModifiedBy>
  <cp:revision>2</cp:revision>
  <dcterms:created xsi:type="dcterms:W3CDTF">2026-07-20T05:15:10Z</dcterms:created>
  <dcterms:modified xsi:type="dcterms:W3CDTF">2026-07-30T03:05:34Z</dcterms:modified>
</cp:coreProperties>
</file>